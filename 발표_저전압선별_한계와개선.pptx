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9" r:id="rId20"/>
    <p:sldId id="262" r:id="rId13"/>
    <p:sldId id="263" r:id="rId14"/>
    <p:sldId id="264" r:id="rId15"/>
    <p:sldId id="270" r:id="rId21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리튬이차전지 저전압 선별 방법의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과학적 한계와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Roth et al., J. Electrochem. Soc. 170, 020502,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Keysight BT2152B Self-Discharge Analyzer 기술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활성화공정팀  |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현재 저전압 선별 공정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9202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최종 방전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63040"/>
            <a:ext cx="19202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536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전압 안정화 (1일)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463040"/>
            <a:ext cx="19202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536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OCV₁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63040"/>
            <a:ext cx="192024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36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상온 방치 (3일)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463040"/>
            <a:ext cx="19202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36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OCV₂ 측정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554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54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5544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9418320" cy="64008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48716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0000"/>
                </a:solidFill>
              </a:rPr>
              <a:t>dOCV = OCV₁ − OCV₂   →   기준값 초과 시 불량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소수점 3자리 OCV 측정 (±1mV 수준)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75303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총 소요 시간: 4일 이상 (전압안정화 1일 + 방치 3일)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04487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미세 내부단락(Cu/Fe 덴드라이트) 기인 자가방전 셀을 걸러내는 것이 목적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10149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❓ 핵심 질문: 3일간의 dOCV는 정말 자가방전만 반영하고 있는가?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Roth 2023 논문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97D"/>
                </a:solidFill>
              </a:rPr>
              <a:t>"Relaxation Effects in Self-Discharge Measurements
of Lithium-Ion Batteries"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저자: Thomas Roth, Luiza Streck, Andreas Graule, Philipp Niehoff, Andreas Jossen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729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소속: Technical University of Munich (TUM) / University of Münster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7015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게재지: Journal of The Electrochemical Society, 170, 020502  (2023)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41063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DOI: 10.1149/1945-7111/acb669     [Open Access — 무료 원문 열람 가능]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5303520" cy="13716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실험 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• Samsung INR21700-50E
  (NCA/Silicon-graphite, 4.9Ah) ← 원통형
• 비상업용 파우치 (NMC622/Graphite, 5.5Ah)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846320"/>
            <a:ext cx="5303520" cy="13716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논문의 핵심 주장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dOCV로 측정한 자가방전에는
실제 자가방전 외에
2가지 이완 효과가 혼재된다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이완 효과 ① — 단기 전압 이완 (Short-term Voltage Relaxation)</a:t>
            </a:r>
          </a:p>
        </p:txBody>
      </p:sp>
      <p:pic>
        <p:nvPicPr>
          <p:cNvPr id="4" name="Picture 3" descr="fig1a_short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5381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280160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방전/충전 정지 직후 전극 내 Li 농도가 불균일한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28216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고체상(Solid phase) 확산으로 농도가 천천히 평준화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76272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이 과정에서 전압이 계속 변화 → OCV가 아직 실제값이 아님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624328"/>
            <a:ext cx="6217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지속 시간: 상업용 21700 기준 약 12시간 (21700 기준) / 최대 20시간 (파우치 기준)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94960"/>
            <a:ext cx="11612880" cy="68580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46811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현재 공정의 "전압안정화 1일"은 이 효과를 기다리는 과정.
논문에 따르면 21700 기준 ~20h이면 안정화 → 1일은 합리적.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al., J. Electrochem. Soc. 170, 020502 (2023) — Figure 1(a)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이완 효과 ② — Anode Overhang이란?</a:t>
            </a:r>
          </a:p>
        </p:txBody>
      </p:sp>
      <p:pic>
        <p:nvPicPr>
          <p:cNvPr id="4" name="Picture 3" descr="fig1b_over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303520" cy="5675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</a:rPr>
              <a:t>음극(Anode) 설계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78308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음극을 양극보다 크게 설계 (리튬 플레이팅 방지 목적)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2037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양극 면적 바깥으로 나온 음극 가장자리 = Overhang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62432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Overhang 영역: 전류 흐름 없음 → 비활성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383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평준화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794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충방전 후 활성영역(AASOC)과 오버행(AOSOC) 간 전위 차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17880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전위 차에 의해 Li이 두 영역 사이를 천천히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562856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이 Li 이동 → 전압 변화 → 자가방전과 구별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94690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지속 시간: 수 주 (τ ≫ 3일)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al., J. Electrochem. Soc. 170, 020502 (2023) — Figure 1(b)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실험 설계 — AOSOC를 조절한 4개 그룹 비교 (28일 측정)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AOSOC(Anode Overhang SOC)를 인위적으로 조절하여 Overhang 효과를 분리·정량화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1288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사전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오버행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11612880" cy="3840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671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6712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50% SOC 장기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6712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AOSOC = AASOC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6712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교란 없는 이상적 측정 (기준)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05456"/>
            <a:ext cx="11612880" cy="38404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5117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Cycling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55117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직전 완전 충방전 2회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55117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AOSOC ≠ AASOC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5117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실제 제조 공정과 가장 유사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9504"/>
            <a:ext cx="11612880" cy="3840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352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LowAOSOC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2%(3.0V) 장기 보관 후 50% 충전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9352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AOSOC ≪ AASOC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9352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최대 교란 유도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73552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319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LowAOSOC +Cycling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3192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위 조건 + 2회 추가 사이클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319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복합 교란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3192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60520"/>
            <a:ext cx="1161288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3367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핵심: Reference 그룹과 나머지 그룹의 차이 = Anode Overhang 기여분
"Cycling" 그룹이 실제 제조 직후 셀(우리 공정)과 가장 유사한 조건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120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3가지 측정법 동시 적용: Voltage Decay(dOCV), Voltage Hold, Capacity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50468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측정 조건: 25°C, test SOC 50%, 측정 기간 28일(672시간)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실험 결과 전체 개요 — Figure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4개 그룹 × 전압 강하법·전압 유지법 결과 한눈에 보기</a:t>
            </a:r>
          </a:p>
        </p:txBody>
      </p:sp>
      <p:pic>
        <p:nvPicPr>
          <p:cNvPr id="5" name="Picture 4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7863840" cy="10523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읽는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(a)(b): 28일 전압 강하
— Reference: 일정한 직선형 강하
— LowAOSOC: 초반 급격한 강하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40864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(c)(d): dQ/dV 미분용량
— ICA vs 전류 펄스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98648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(e)(f): 전압 강하법 자가방전 전류
— 21700: ~10µA (Reference)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456432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(g)(h): 전압 유지법 자가방전 전류
— 두 방법 결과가 정성·정량적으로 유사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5577840"/>
            <a:ext cx="1179576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565099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핵심: 전압 강하법(e,f)과 전압 유지법(g,h)이 정성·정량적으로 유사한 결과 → 두 방법 모두 오버행 효과에 동일하게 영향받음
LowAOSOC 그룹(오버행 교란 최대화)이 Reference보다 수 배 높은 자가방전 전류를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al., J. Electrochem. Soc. 170, 020502 (2023) — Figure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실험 결과 ① — 단기 이완 효과 (첫 30시간)</a:t>
            </a:r>
          </a:p>
        </p:txBody>
      </p:sp>
      <p:pic>
        <p:nvPicPr>
          <p:cNvPr id="4" name="Picture 3" descr="fig5_shortterm30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772400" cy="3948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(a)(b): Voltage Decay 방법
첫 30시간 전압 강하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27685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그룹별 색상 차이 = 교란 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77063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Reference(파랑): 교란 없이
일정한 전압 강하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644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Cycling(빨강): 초반 ~20h
이완 교란 후 안정화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577840"/>
            <a:ext cx="1161288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6509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논문 원문: "A deviation from the ideal Reference measurement
was still visible up to 20h"
→ 1일 안정화 후에도 단기 이완이 완전히 끝나지 않을 수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 (2023) — Figure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실험 결과 ② — Anode Overhang 효과 (600시간 = 25일)</a:t>
            </a:r>
          </a:p>
        </p:txBody>
      </p:sp>
      <p:pic>
        <p:nvPicPr>
          <p:cNvPr id="4" name="Picture 3" descr="fig6_overhang600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772400" cy="4579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핵심 수치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566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600h(25일) 경과 후에도
LowAOSOC 그룹의 자가방전
전류는 Reference의 3배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386584"/>
            <a:ext cx="3566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Cycling 그룹도 4주 후
Reference의 2배 유지 (LowAOSOC 그룹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990088"/>
            <a:ext cx="3566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3일(72h)은 이 그래프의
아주 초반부에 불과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577840"/>
            <a:ext cx="11612880" cy="82296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6509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논문 원문: "Even after four weeks, the self-discharge current was still
as much as two times higher than the undisturbed reference."
→ 3일 dOCV 측정 기간 내내 Overhang 효과가 자가방전에 섞여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 (2023) — Figure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실험 결과 ③ — 제조 직후 Aging Step과의 비교 (Figure 8)</a:t>
            </a:r>
          </a:p>
        </p:txBody>
      </p:sp>
      <p:pic>
        <p:nvPicPr>
          <p:cNvPr id="4" name="Picture 3" descr="fig8_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132320" cy="5917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이 그래프가 중요한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4297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가로축: 제조 aging step에서
측정한 voltage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322576"/>
            <a:ext cx="4297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세로축: 6개월 후 실험실에서
재측정한 voltage 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862072"/>
            <a:ext cx="4297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"Cell aging step" 점들 =
제조 직후 우리 공정과
동일한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401568"/>
            <a:ext cx="4297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Fresh cells가 Overhang
교란 그룹과 동일한
패턴을 보임 ← 핵심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5595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논문 원문: "Fresh cells and cells with disturbances from anode overhang showed similar voltage drop,
suggesting that disturbances due to anode overhang equalization significantly affected
the measured self-discharge for fresh cells."
→ 제조 직후 셀의 dOCV는 구조적으로 Overhang 효과를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 (2023) — Figure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전압법 vs 용량 손실법 비교 — Figure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전압 기반 측정법이 오버행 효과를 과소 측정함을 증명</a:t>
            </a:r>
          </a:p>
        </p:txBody>
      </p:sp>
      <p:pic>
        <p:nvPicPr>
          <p:cNvPr id="5" name="Picture 4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7863840" cy="10523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이 그래프의 의미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막대: 각 측정법별 평균 자가방전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86584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파란 계열: 전압 기반 (VD, VH)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944368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녹색 계열: 용량 손실법
(가역 I_rev + 비가역 I_irr)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502152"/>
            <a:ext cx="36576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▪  LowAOSOC 조건에서
용량 손실법 &gt; 전압 기반법
→ 전압법이 과소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왜 과소 측정하는가?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526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오버행 Li 이동 시 → 음극 전위만 변화
양극 전위 변화 없음
전압법: 셀 전압 = 음극+양극 기여분 측정
→ 음극 기여분만 포착 (과소 측정)
용량 손실법: 실제 이동한 Li 총량 측정
→ 가장 정확 (Ground Truth)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5577840"/>
            <a:ext cx="1179576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565099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결론: 전압 강하법(dOCV)과 전압 유지법(BT2152B 원리) 모두 용량 손실법보다 오버행 효과를 과소 측정함
→ 오버행 효과가 더 크게 진행 중인데도 자가방전이 작게 측정될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Source: Roth et al., J. Electrochem. Soc. 170, 020502 (2023) — Figure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결론: dOCV가 실제로 측정하는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dOCV (측정값)  =  진짜 자가방전  +  Anode Overhang 평준화  +  잔류 전압 이완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97D"/>
                </a:solidFill>
              </a:rPr>
              <a:t>우리가 원하는 것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0000"/>
                </a:solidFill>
              </a:rPr>
              <a:t>제거하고 싶은 잡음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단기 전압 이완(~20h): 1일 안정화로 어느 정도 제거되지만 완전하지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10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Anode Overhang 평준화: 시정수 τ ≫ 3일 → 3일 측정 내내 직선형으로 섞여있어 자가방전과 구별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856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3일 방치 측정 구간은 Figure 6 그래프의 초반 일부에 불과 (Overhang 효과가 왕성한 구간)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611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▪ Roth 2023: 제조 직후 셀은 구조적으로 AOSOC ≠ AASOC → Overhang 기여분이 항상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Roth 2023의 권고: 측정 SOC를 Overhang SOC(AOSOC)에 맞추거나 Overhang 효과를 모델링
근본 해결책: 전압 변화 결과를 기다리는 대신 → 누설 전류를 직접 측정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3가지 자가방전 측정법 비교 (Roth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Voltage Decay
(dOCV — 현재)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173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Voltage Hold
(BT2152B 원리)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173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Capacity Loss
(가장 정확)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11612880" cy="65836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39"/>
            <a:ext cx="1920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측정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20239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전압 변화 → 전류 환산
(간접)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920239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전류 직접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39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용량 변화 직접 측정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32887"/>
            <a:ext cx="116128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78607"/>
            <a:ext cx="1920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Overhang 영향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578607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큼 (Roth 2023 실험 확인)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78607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dOCV와 유사하게 영향받음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78607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가장 정확히 분리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91256"/>
            <a:ext cx="11612880" cy="65836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36975"/>
            <a:ext cx="1920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생산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236975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✅ 현재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36975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✅ 가능 (BT2152B)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36975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❌ 불가 (사이클 필요)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9624"/>
            <a:ext cx="116128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95344"/>
            <a:ext cx="1920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측정 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895344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3일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895344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수 시간 (30분~2시간)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95344"/>
            <a:ext cx="29260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4주 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83387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Roth 2023 결론: Voltage Hold도 Overhang 효과를 유사하게 받음 (두 방법 모두 전압 기반)
BT2152B의 진짜 장점: Overhang 해결이 아닌 → 누설 전류를 직접·빠르게 측정 (µA 해상도)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개선 방향 — 직접 전류 측정 (BT2152B)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04040"/>
                </a:solidFill>
              </a:rPr>
              <a:t>현재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83080"/>
            <a:ext cx="112471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</a:rPr>
              <a:t>방전  →  [1일 안정화]  →  OCV₁  →  [3일 방치]  →  OCV₂  →  dOCV 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00000"/>
                </a:solidFill>
              </a:rPr>
              <a:t>↕ 총 4일 이상 / Overhang 효과 혼재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</a:rPr>
              <a:t>BT2152B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11247120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</a:rPr>
              <a:t>방전  →  [30분~2시간]  →  I_SD 직접 측정  →  불량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497D"/>
                </a:solidFill>
              </a:rPr>
              <a:t>↕ 수 시간 / 누설 전류 직접 측정 / R_short = OCV ÷ I_SD 역산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학술적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Roth et al., JES 2023 — dOCV의 이완 효과 한계 규명 (Samsung 21700 실험)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21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Sazhin, Dufek, Gering (Idaho National Laboratory / DOE),
  JES 164, A6281, 2017 — 정전압법으로 미세 내부단락 10~20분 내 조기 검출 (국립연구소 독립 검증)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97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▪ Keysight US20180164363A1 특허 — 2단계 전압 정밀 매칭 + 온도 보상 알고리즘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제안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BT2152B 도입 타당성 검토
   → 현행 dOCV 불량 셀을 BT2152B로 교차 검증 → 상관성 확인
   → 판정 기준값(I_SD threshold)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31136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Overhang 효과 정량화
   → 동일 셀 dOCV vs. BT2152B I_SD 비교 → Overhang 기여분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90672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</a:rPr>
              <a:t>▪ 온도 가속 조건 검토 (Ea = 0.94 eV, NMC 기준)
   → 40°C 항온 조건: 자가방전 신호 약 5~11배 증가 → 측정 시간 추가 단축 가능성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현행 dOCV 3일 방치는 Overhang 이완 효과와 자가방전이 혼재 (Roth 2023 실증)
직접 전류 측정(BT2152B)으로 수 시간 내 정확한 누설 전류 선별이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