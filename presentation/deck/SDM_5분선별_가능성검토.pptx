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SDM 전류를 그대로 쓰면 안 된다는 것을 1부에서 보이고, 그 상태에서 5분 측정이 가능한지를 2부에서 판단합니다. 3부는 앞으로 할 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 네 개만 기억하시면 됩니다. 5분에 20위, 보정 없이는 1,232위, 수율 손실 1.24%, 그리고 3분은 안 된다. 아래 상자가 중요합니다 — 기존 15분 로직과 경쟁하는 자료가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자가방전이 크면 전압이 더 빨리 내려가려 하고, 장비는 그만큼 더 많은 전류를 흘려 넣습니다. 그 전류가 곧 자가방전 전류입니다. 3일이 15분이 됐으니, 이 발표는 그 다음 질문입니다.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1부는 세 단계입니다. 증상을 보이고, 원인을 밝히고, 그 원인이 실제로 어떤 사고를 일으키는지 보여드립니다.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청중이 ‘장비 문제 아니냐’고 생각하기 쉬운데, 그게 아니라는 걸 먼저 못 박습니다. 전류에 다른 성분이 더해져 있고 그게 자가방전보다 클 때 부호가 뒤집히는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온도가 얼마인지가 아니라 얼마나 빨리 식고 있는지가 전류로 읽힙니다. 그래서 투입 직후일수록 심하고, 하필 5분 창이 교란이 가장 큰 자리에 걸립니다. 3단 그림에서 두 선 사이의 칠한 면적이 열드리프트입니다.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단위는 마이크로암페어입니다. 트레이 중앙값을 뺀 값이라 0이 그 트레이의 보통 셀입니다. A행과 L행만 뚝 떨어져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직선을 긋지 않은 것은 이것이 순위상관이기 때문입니다. 값의 비례가 아니라 순서가 맞는다는 뜻입니다. 오른쪽 상자를 먼저 꺼내십시오 — ‘0.02도 차이로 그게 되냐’는 질문이 반드시 나옵니다. 총 온도차가 아니라 식는 속도가 원인일 가능성이 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이게 이번 분석에서 가장 깔끔한 숫자입니다. 열 방향은 상관이 거의 0인데 행 방향은 −0.846입니다. 트레이 안에서 냉각이 행 단위로 구조화돼 있다는 뜻이고, 2부에서 행을 비교 단위로 쓰는 근거가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1부의 결론 슬라이드입니다. 셋은 양수로 튀어 쉽게 잡히는데 140번만 음수입니다. 원시 전류로 줄을 세우면 이 셀이 멀쩡한 양품 1,231개보다 뒤에 묻힙니다.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판단 기준을 먼저 정하고, 물리로 왜 5분인지 설명한 뒤, 방법과 결과를 보여드립니다.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강조할 것은 두 가지입니다. 첫째, 걸러낸 20셀은 추가로 검사할 셀이 아니라 불량으로 처리할 셀입니다. 2단계 공정도 적응형도 아닙니다. 둘째, 붉은 선이 셀 140인데 보정의 효과가 이 한 셀에 집중돼 있습니다. 나머지 셋은 보정 전에도 28위 안에 있었습니다.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자가방전 전류는 시간이 지나야 자랍니다. 얼마나 빨리 자라는지는 셀의 시상수가 정하는데 실측값이 7.45시간입니다. 5분은 그 곡선의 맨 앞 1.1% 구간입니다.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SNR은 이론 계산값입니다. 기울기 정밀도 1.87배는 최소자승 기울기의 표준오차 계산에서 나옵니다 — 점 개수와 창 길이만으로 정해지는 값입니다. 3분을 1로 두면 5분이 3.1배, 10분 16배, 15분 41배로 계속 오릅니다. 그런데 아래 칸의 실측 순위는 5분에서 20위로 떨어진 뒤 13~20위에서 멈춥니다. 5분에서 이미 문턱을 넘었고 그 뒤는 다른 것이 바닥을 정한다는 뜻입니다. 그래서 5분이 비용 대비 최적점입니다.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칸 안의 숫자는 마지막 불량의 순위를 전체 대비 퍼센트로 적은 것입니다. 1.55%면 1,294셀 중 20번째까지 봐야 한다는 뜻입니다. 전부 5분 창의 전류 데이터로 계산했고 온도는 쓰지 않았습니다. 24개 조합 중 한 칸만 내려갑니다.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5분을 10분으로 늘리면 20위가 13위가 됩니다. 측정 시간을 두 배 쓰고 수율 0.5%p를 얻는 거래입니다. 어느 쪽이 맞는지는 라인이 판단할 문제입니다. 그리고 양품이 하나도 안 걸리려면 불량 4개가 정확히 1·2·3·4위여야 하는데, 선별에서 그런 일은 없습니다. 판단 기준은 0인가가 아니라 현행 대비 손해인가입니다.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 결과는 SDM 전류 곡선과 셀 번호만으로 얻은 것입니다. 여기에 둘을 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 말씀드릴 수 있는 것은 5분이 가능해 보인다까지입니다. 공정 데이터를 붙이고 로트를 늘려서 가능한지 아닌지 판단하는 것이 다음 단계입니다. 찾겠다가 아니라 판단하겠다입니다.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마지막에 한계를 먼저 말하는 것이 낫습니다. 질의응답에서 표본 수를 지적당하기 전에 꺼내면 앞의 숫자가 오히려 더 믿어집니다.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현행 공정 판정은 ML입니다. 여기서 시험한 트레이 상대평가는 현행 규칙이 아니라, 이 점수에 씌울 수 있는 판정 규칙 후보 중 하나입니다. 네 가지를 다 시험했고 전역 순위 컷이 가장 적게 버렸습니다.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이것도 저것도 해봤고 왜 안 되는지 안다는 것이 결과의 신뢰를 만듭니다. 질문이 나오면 이 표를 띄우십시오.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084832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SDM 데이터 분석 · 중간 보고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450592"/>
            <a:ext cx="11057839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SDM 5분 선별 가능성 검토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58768"/>
            <a:ext cx="977767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AFC4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SDM 전류에 섞인 교란의 정체를 밝히고, 측정 시간을 5분까지 줄여도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AFC4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불량을 전부 골라낼 수 있는지 확인했다.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5760720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Keysight BT2152B   ·   9트레이 1,294셀   ·   불량(E) 4개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요약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결론부터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71907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5분 측정 · 마지막 불량 순위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04825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pPr indent="0" marL="0">
              <a:buNone/>
            </a:pPr>
            <a:r>
              <a:rPr lang="en-US" sz="1400" dirty="0">
                <a:solidFill>
                  <a:srgbClr val="2A78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위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364992" y="1572768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71907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보정 없이 전류만 쓸 때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04825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1,232</a:t>
            </a:r>
            <a:pPr indent="0" marL="0">
              <a:buNone/>
            </a:pPr>
            <a:r>
              <a:rPr lang="en-US" sz="1400" dirty="0">
                <a:solidFill>
                  <a:srgbClr val="EB68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위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163056" y="1572768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64224" y="171907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같이 걸리는 양품 (수율)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04825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1.24</a:t>
            </a:r>
            <a:pPr indent="0" marL="0">
              <a:buNone/>
            </a:pPr>
            <a:r>
              <a:rPr lang="en-US" sz="1400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%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8961120" y="1572768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62288" y="171907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여기서는 안 된다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62288" y="204825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03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</a:t>
            </a:r>
            <a:pPr indent="0" marL="0">
              <a:buNone/>
            </a:pP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3101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 </a:t>
            </a:r>
            <a:pPr indent="0" marL="0">
              <a:buNone/>
            </a:pPr>
            <a:r>
              <a:rPr lang="en-US" sz="15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SDM 전류에는 ‘식는 속도’가 섞여 있다. 그래서 음수 전류가 나오고, 불량인데 양품보다 낮게 읽히는 셀이 생긴다.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85876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  </a:t>
            </a:r>
            <a:pPr indent="0" marL="0">
              <a:buNone/>
            </a:pPr>
            <a:r>
              <a:rPr lang="en-US" sz="15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행 12셀과 비교해 기울기로 읽으면, 5분 측정으로 1,294셀 중 상위 20위 안에 불량 4개가 전부 들어온다.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440740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  </a:t>
            </a:r>
            <a:pPr indent="0" marL="0">
              <a:buNone/>
            </a:pPr>
            <a:r>
              <a:rPr lang="en-US" sz="15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데이터를 결합하고 다른 로트에서 재현해, ‘가능해 보인다’를 ‘가능하다’로 바꾼다.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5138928"/>
            <a:ext cx="11057839" cy="932688"/>
          </a:xfrm>
          <a:prstGeom prst="roundRect">
            <a:avLst>
              <a:gd name="adj" fmla="val 4902"/>
            </a:avLst>
          </a:prstGeom>
          <a:solidFill>
            <a:srgbClr val="FDF3EF"/>
          </a:solidFill>
          <a:ln w="15240">
            <a:solidFill>
              <a:srgbClr val="EB68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5285232"/>
            <a:ext cx="105823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검토는 SDM 전류 곡선과 셀 번호만 썼다. 공정 데이터를 함께 쓰는 기존 15분 판정 로직과 경쟁하는 것이 아니라, 더 짧은 구간에서 SDM 단독으로 어디까지 되는지를 본 것이다.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배경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SDM은 전압을 붙들어 놓고, 그것을 유지하는 데 드는 전류를 잰다</a:t>
            </a:r>
            <a:endParaRPr lang="en-US" sz="2700" dirty="0"/>
          </a:p>
        </p:txBody>
      </p:sp>
      <p:pic>
        <p:nvPicPr>
          <p:cNvPr id="4" name="Image 0" descr="/tmp/claude-0/-home-user-battery-hot-issue/840c3325-79ae-5d86-bfaa-b155630daf7e/scratchpad/deck/png/sdm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609344"/>
            <a:ext cx="9509760" cy="274804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4663440"/>
            <a:ext cx="5486400" cy="1700784"/>
          </a:xfrm>
          <a:prstGeom prst="roundRect">
            <a:avLst>
              <a:gd name="adj" fmla="val 2688"/>
            </a:avLst>
          </a:prstGeom>
          <a:solidFill>
            <a:srgbClr val="F4F6F8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" y="4809744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현행 판정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6384" y="5138928"/>
            <a:ext cx="50474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3일 보관 후 ΔOCV를 재서 ML로 판정한다.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정확하지만 리드타임 3일이 그대로 재고에 얹힌다.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4663440"/>
            <a:ext cx="5486400" cy="1700784"/>
          </a:xfrm>
          <a:prstGeom prst="roundRect">
            <a:avLst>
              <a:gd name="adj" fmla="val 2688"/>
            </a:avLst>
          </a:prstGeom>
          <a:solidFill>
            <a:srgbClr val="EAF2FC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28816" y="4809744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15분 SDM 판정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28816" y="5138928"/>
            <a:ext cx="50474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SDM 15분 측정에 공정 데이터까지 결합해 판정하는 로직이 이미 확립돼 있다.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발표는 그 위에서 시작한다.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084832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1부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450592"/>
            <a:ext cx="11057839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SDM 데이터에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문제가 있나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58768"/>
            <a:ext cx="977767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AFC4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음수 전류의 정체를 찾는다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1-1  증상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자가방전 전류가 음수로 나오는 셀이 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BECEC"/>
          </a:solidFill>
          <a:ln w="19050">
            <a:solidFill>
              <a:srgbClr val="D03B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193852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D03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전류는 반드시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D03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양수여야 한다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85292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자가방전은 셀이 스스로 전기를 잃는 현상이다. 방향이 정해져 있으므로 전류의 부호도 정해져 있다. 그런데 음수가 나오는 셀이 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700784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0256" y="193852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트레이를 바꾸면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값이 달라진다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620256" y="285292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 전류와 3일 ΔOCV의 상관도 트레이마다 방향이 뒤집힌다. 셀은 그대로인데 결과가 달라진다.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4315968"/>
            <a:ext cx="11057839" cy="1371600"/>
          </a:xfrm>
          <a:prstGeom prst="roundRect">
            <a:avLst>
              <a:gd name="adj" fmla="val 4000"/>
            </a:avLst>
          </a:prstGeom>
          <a:solidFill>
            <a:srgbClr val="1230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4590288"/>
            <a:ext cx="103263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측정값 안에 자가방전이 아닌 무언가가 섞여 있다는 신호다.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5084064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4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장비가 고장 난 것이 아니다. 더해진 성분이 자가방전보다 클 때 부호가 뒤집힌다.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1-2  원인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섞여 있던 것은 ‘식는 속도’다 — 열드리프트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4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I_meas</a:t>
            </a:r>
            <a:pPr indent="0" marL="0">
              <a:buNone/>
            </a:pPr>
            <a:r>
              <a:rPr lang="en-US" sz="1900" dirty="0">
                <a:solidFill>
                  <a:srgbClr val="6B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</a:t>
            </a:r>
            <a:pPr indent="0" marL="0">
              <a:buNone/>
            </a:pPr>
            <a:r>
              <a:rPr lang="en-US" sz="19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I_sd</a:t>
            </a:r>
            <a:pPr indent="0" marL="0">
              <a:buNone/>
            </a:pPr>
            <a:r>
              <a:rPr lang="en-US" sz="1900" dirty="0">
                <a:solidFill>
                  <a:srgbClr val="6B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</a:t>
            </a:r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· (dU/dT) · (dT/dt)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385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자가방전 — 재고 싶은 것</a:t>
            </a:r>
            <a:pPr indent="0" marL="0">
              <a:buNone/>
            </a:pPr>
            <a:r>
              <a:rPr lang="en-US" sz="1200" b="1" dirty="0">
                <a:solidFill>
                  <a:srgbClr val="EB68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식는 속도에 비례 — 부호가 자유롭다</a:t>
            </a:r>
            <a:endParaRPr lang="en-US" sz="1200" dirty="0"/>
          </a:p>
        </p:txBody>
      </p:sp>
      <p:pic>
        <p:nvPicPr>
          <p:cNvPr id="6" name="Image 0" descr="/tmp/claude-0/-home-user-battery-hot-issue/840c3325-79ae-5d86-bfaa-b155630daf7e/scratchpad/deck/png/m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288" y="2249424"/>
            <a:ext cx="7589520" cy="41463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1-3  증거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트레이 안의 ‘자리’가 전류를 결정한다</a:t>
            </a:r>
            <a:endParaRPr lang="en-US" sz="2700" dirty="0"/>
          </a:p>
        </p:txBody>
      </p:sp>
      <p:pic>
        <p:nvPicPr>
          <p:cNvPr id="4" name="Image 0" descr="/tmp/claude-0/-home-user-battery-hot-issue/840c3325-79ae-5d86-bfaa-b155630daf7e/scratchpad/deck/png/row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72768"/>
            <a:ext cx="9235440" cy="37213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431536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셀은 12×12 격자로 트레이에 실린다. 트레이 중앙값을 뺀 뒤 행별로 모으면 가장자리 행 A·L만 −1.3 µA 수준으로 내려간다 — 양 끝이 파인 U자다.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9436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가장자리는 공기와 닿는 면이 많아 더 빨리 식는다.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1-3  증거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식은 행일수록 전류를 낮게 읽는다</a:t>
            </a:r>
            <a:endParaRPr lang="en-US" sz="2700" dirty="0"/>
          </a:p>
        </p:txBody>
      </p:sp>
      <p:pic>
        <p:nvPicPr>
          <p:cNvPr id="4" name="Image 0" descr="/tmp/claude-0/-home-user-battery-hot-issue/840c3325-79ae-5d86-bfaa-b155630daf7e/scratchpad/deck/png/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481328"/>
            <a:ext cx="7589520" cy="37333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486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하나가 행 하나다. 가로는 그 행이 얼마나 식었는지, 세로는 그 행의 전류다. 순위상관 ρ = −0.846.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8503920" y="5376672"/>
            <a:ext cx="3108960" cy="914400"/>
          </a:xfrm>
          <a:prstGeom prst="roundRect">
            <a:avLst>
              <a:gd name="adj" fmla="val 5000"/>
            </a:avLst>
          </a:prstGeom>
          <a:solidFill>
            <a:srgbClr val="FDF3EF"/>
          </a:solidFill>
          <a:ln w="15240">
            <a:solidFill>
              <a:srgbClr val="EB683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0" y="548640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사이 냉각량 차이는 0.02 °C 남짓으로 작다. 순서는 뚜렷하지만 크기는 작다.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1-3  증거 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방향으로만 구조가 있다 — 그래서 ‘행’이 비교 단위다</a:t>
            </a:r>
            <a:endParaRPr lang="en-US" sz="2700" dirty="0"/>
          </a:p>
        </p:txBody>
      </p:sp>
      <p:pic>
        <p:nvPicPr>
          <p:cNvPr id="4" name="Image 0" descr="/tmp/claude-0/-home-user-battery-hot-issue/840c3325-79ae-5d86-bfaa-b155630daf7e/scratchpad/deck/png/un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737360"/>
            <a:ext cx="9235440" cy="25397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4462272"/>
            <a:ext cx="5486400" cy="1682496"/>
          </a:xfrm>
          <a:prstGeom prst="roundRect">
            <a:avLst>
              <a:gd name="adj" fmla="val 2717"/>
            </a:avLst>
          </a:prstGeom>
          <a:solidFill>
            <a:srgbClr val="F4F6F8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" y="4608576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행으로만 본 것이 아니다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6384" y="4937760"/>
            <a:ext cx="50474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 하나하나(1,294개)로 봐도 −0.251로 같은 방향이다.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 단위를 올릴수록 잡음이 평균돼 상관이 커진다.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4462272"/>
            <a:ext cx="5486400" cy="1682496"/>
          </a:xfrm>
          <a:prstGeom prst="roundRect">
            <a:avLst>
              <a:gd name="adj" fmla="val 2717"/>
            </a:avLst>
          </a:prstGeom>
          <a:solidFill>
            <a:srgbClr val="EAF2FC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28816" y="4608576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결정적 대비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28816" y="4937760"/>
            <a:ext cx="50474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−0.846  vs  열 −0.021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 번호로는 냉각이 설명되지 않고, 행 번호로는 설명된다.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1-4  사고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이런 일이 생긴다 — 불량인데 양품보다 전류가 낮다</a:t>
            </a:r>
            <a:endParaRPr lang="en-US" sz="2700" dirty="0"/>
          </a:p>
        </p:txBody>
      </p:sp>
      <p:pic>
        <p:nvPicPr>
          <p:cNvPr id="4" name="Image 0" descr="/tmp/claude-0/-home-user-battery-hot-issue/840c3325-79ae-5d86-bfaa-b155630daf7e/scratchpad/deck/png/cell1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72768"/>
            <a:ext cx="9235440" cy="32527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4956048"/>
            <a:ext cx="11057839" cy="1298448"/>
          </a:xfrm>
          <a:prstGeom prst="roundRect">
            <a:avLst>
              <a:gd name="adj" fmla="val 4225"/>
            </a:avLst>
          </a:prstGeom>
          <a:solidFill>
            <a:srgbClr val="12305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32688" y="5157216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140번은 트레이 CFDD011456의 L08 — 맨 뒤 가장자리 행이다.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5577840"/>
            <a:ext cx="103263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FC4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빨리 식는 자리라 열드리프트가 자가방전 신호를 통째로 눌러버렸다. SDM 전류를 그대로 쓰면 안 된다 — 어떤 형태로든 보정이 먼저다.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084832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2부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450592"/>
            <a:ext cx="11057839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5분이 가능한지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판단했나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58768"/>
            <a:ext cx="977767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AFC4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정하고, 왜 3분은 안 되고 5분은 되는지 본다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2-1  판단 기준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 세웠을 때 마지막 불량이 몇 번째에 있는가</a:t>
            </a:r>
            <a:endParaRPr lang="en-US" sz="2700" dirty="0"/>
          </a:p>
        </p:txBody>
      </p:sp>
      <p:pic>
        <p:nvPicPr>
          <p:cNvPr id="4" name="Image 0" descr="/tmp/claude-0/-home-user-battery-hot-issue/840c3325-79ae-5d86-bfaa-b155630daf7e/scratchpad/deck/png/ran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0008" y="1444752"/>
            <a:ext cx="7498080" cy="41845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79729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셀이 똑같은 5분 측정을 받고, 똑같은 점수로 줄을 선다. 위에서 몇 번째까지 보면 불량 4개가 전부 들어오는지 — 그 숫자 하나가 기준이다.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59070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보정 후 1 · 2 · 18 · 20위</a:t>
            </a:r>
            <a:pPr algn="r" indent="0" marL="0">
              <a:buNone/>
            </a:pPr>
            <a:r>
              <a:rPr lang="en-US" sz="1300" dirty="0">
                <a:solidFill>
                  <a:srgbClr val="EB68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   보정 전 1 · 7 · 28 · 1,232위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2-2  왜 3분은 안 되는가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자가방전 신호는 아직 1%도 자라지 않았다</a:t>
            </a:r>
            <a:endParaRPr lang="en-US" sz="2700" dirty="0"/>
          </a:p>
        </p:txBody>
      </p:sp>
      <p:pic>
        <p:nvPicPr>
          <p:cNvPr id="4" name="Image 0" descr="/tmp/claude-0/-home-user-battery-hot-issue/840c3325-79ae-5d86-bfaa-b155630daf7e/scratchpad/deck/png/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54480"/>
            <a:ext cx="9235440" cy="349045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212080"/>
            <a:ext cx="5486400" cy="1207008"/>
          </a:xfrm>
          <a:prstGeom prst="roundRect">
            <a:avLst>
              <a:gd name="adj" fmla="val 3788"/>
            </a:avLst>
          </a:prstGeom>
          <a:solidFill>
            <a:srgbClr val="F4F6F8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" y="5358384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시상수 τ = 7.45시간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6384" y="5687568"/>
            <a:ext cx="5047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30분까지도 최종값의 6.5%밖에 안 자란다. 우리는 늘 곡선의 맨 앞자락만 본다.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5212080"/>
            <a:ext cx="5486400" cy="1207008"/>
          </a:xfrm>
          <a:prstGeom prst="roundRect">
            <a:avLst>
              <a:gd name="adj" fmla="val 3788"/>
            </a:avLst>
          </a:prstGeom>
          <a:solidFill>
            <a:srgbClr val="EAF2FC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28816" y="5358384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그래도 3분과 5분은 다르다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28816" y="5687568"/>
            <a:ext cx="5047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0.67% → 1.11%. 신호가 1.66배 커진다.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2-2  왜 3분은 안 되는가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 1.66배 × 기울기 정밀도 1.87배 = 3.1배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 대 잡음비(SNR)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신호 ÷ 잡음. 이 값이 크면 불량 셀이 양품 무리 밖으로 튀어나오고, 작으면 잡음에 묻힌다. 기울기는 점이 많을수록(잡음이 평균된다)·창이 길수록(지렛대가 길어진다) 정확해진다 — 3분은 4점·길이 3, 5분은 6점·길이 5다.</a:t>
            </a:r>
            <a:endParaRPr lang="en-US" sz="1350" dirty="0"/>
          </a:p>
        </p:txBody>
      </p:sp>
      <p:pic>
        <p:nvPicPr>
          <p:cNvPr id="5" name="Image 0" descr="/tmp/claude-0/-home-user-battery-hot-issue/840c3325-79ae-5d86-bfaa-b155630daf7e/scratchpad/deck/png/snr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7208" y="2066544"/>
            <a:ext cx="6583680" cy="31998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541264"/>
            <a:ext cx="5486400" cy="932688"/>
          </a:xfrm>
          <a:prstGeom prst="roundRect">
            <a:avLst>
              <a:gd name="adj" fmla="val 4902"/>
            </a:avLst>
          </a:prstGeom>
          <a:solidFill>
            <a:srgbClr val="F4F6F8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5687568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3분이 안 되는 이유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6016752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신호가 덜 자랐고 점이 4개뿐이다. 5분보다 3.1배 불리하다.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5541264"/>
            <a:ext cx="5486400" cy="932688"/>
          </a:xfrm>
          <a:prstGeom prst="roundRect">
            <a:avLst>
              <a:gd name="adj" fmla="val 4902"/>
            </a:avLst>
          </a:prstGeom>
          <a:solidFill>
            <a:srgbClr val="EAF2FC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28816" y="5687568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5분 이후에 안 줄어드는 이유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528816" y="6016752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SNR은 계속 오르는데 순위는 멈춘다. 이미 문턱을 넘었다는 뜻이다.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2-3  방법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측정을 바꾸지 않는다 — 같은 5분 곡선을 다르게 읽는다</a:t>
            </a:r>
            <a:endParaRPr lang="en-US" sz="2700" dirty="0"/>
          </a:p>
        </p:txBody>
      </p:sp>
      <p:pic>
        <p:nvPicPr>
          <p:cNvPr id="4" name="Image 0" descr="/tmp/claude-0/-home-user-battery-hot-issue/840c3325-79ae-5d86-bfaa-b155630daf7e/scratchpad/deck/png/h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444752"/>
            <a:ext cx="8138160" cy="33629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285232"/>
            <a:ext cx="5486400" cy="1188720"/>
          </a:xfrm>
          <a:prstGeom prst="roundRect">
            <a:avLst>
              <a:gd name="adj" fmla="val 3846"/>
            </a:avLst>
          </a:prstGeom>
          <a:solidFill>
            <a:srgbClr val="F4F6F8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" y="5431536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왜 같은 행 12셀인가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6384" y="576072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트레이 전체는 교란이 덜 상쇄되고, 인접 8셀은 중앙값이 불안정하다. 1-3의 행 −0.846 / 열 −0.021이 근거다.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5285232"/>
            <a:ext cx="5486400" cy="1188720"/>
          </a:xfrm>
          <a:prstGeom prst="roundRect">
            <a:avLst>
              <a:gd name="adj" fmla="val 3846"/>
            </a:avLst>
          </a:prstGeom>
          <a:solidFill>
            <a:srgbClr val="EAF2FC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28816" y="5431536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왜 끝값이 아니라 기울기인가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28816" y="576072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끝값에는 열드리프트가 만든 오프셋이 그대로 들어온다. 기울기는 변화율만 타므로 오프셋이 스스로 빠진다.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2-4  결과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3분과 5분 사이에 문턱이 있다</a:t>
            </a:r>
            <a:endParaRPr lang="en-US" sz="2700" dirty="0"/>
          </a:p>
        </p:txBody>
      </p:sp>
      <p:pic>
        <p:nvPicPr>
          <p:cNvPr id="4" name="Image 0" descr="/tmp/claude-0/-home-user-battery-hot-issue/840c3325-79ae-5d86-bfaa-b155630daf7e/scratchpad/deck/png/cl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26464"/>
            <a:ext cx="6858000" cy="3449171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700784"/>
          <a:ext cx="4023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  <a:gridCol w="868680"/>
                <a:gridCol w="1051560"/>
              </a:tblGrid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 시간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마지막 불량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수율 손실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387위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383셀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29.60%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1.24%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0.77%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0.70%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0.93%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0.54%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589520" y="2359152"/>
            <a:ext cx="4023360" cy="329184"/>
          </a:xfrm>
          <a:prstGeom prst="rect">
            <a:avLst/>
          </a:prstGeom>
          <a:solidFill>
            <a:srgbClr val="EAF2FC"/>
          </a:solidFill>
          <a:ln w="15240">
            <a:solidFill>
              <a:srgbClr val="2A78D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644384" y="237744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</a:t>
            </a:r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20위          16셀        1.24%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7589520" y="48463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 없이 트레이 전류 끝값만 쓰면 어느 시점에서도 1,230위 아래다 — 사실상 전수 검사다.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기준선은 현행 공정의 판정 방식이 아니다. 보정을 안 했을 때의 비교용으로만 쓴 것이다.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3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084832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3부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450592"/>
            <a:ext cx="11057839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할 것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58768"/>
            <a:ext cx="977767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AFC4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데이터 결합, 다른 로트 재현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3-1  계획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SDM 데이터만 썼다 — 여기에 둘을 더한다</a:t>
            </a:r>
            <a:endParaRPr lang="en-US" sz="2700" dirty="0"/>
          </a:p>
        </p:txBody>
      </p:sp>
      <p:pic>
        <p:nvPicPr>
          <p:cNvPr id="4" name="Image 0" descr="/tmp/claude-0/-home-user-battery-hot-issue/840c3325-79ae-5d86-bfaa-b155630daf7e/scratchpad/deck/png/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17904"/>
            <a:ext cx="9235440" cy="192857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3602736"/>
            <a:ext cx="5486400" cy="2798064"/>
          </a:xfrm>
          <a:prstGeom prst="roundRect">
            <a:avLst>
              <a:gd name="adj" fmla="val 1634"/>
            </a:avLst>
          </a:prstGeom>
          <a:solidFill>
            <a:srgbClr val="EAF2FC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" y="374904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 공정 데이터 결합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6384" y="4078224"/>
            <a:ext cx="504748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붙일 것 — 조립·화성 이력 등 셀 단위로 따라붙는 공정 변수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— 트레이 단위로 학습과 평가를 분리한다. 같은 트레이가 양쪽에 들어가면 성능이 부풀려진다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 것 — 마지막 불량이 20위보다 올라가는가. 안 올라가면 SDM 단독이 이미 한계라는 뜻이다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3602736"/>
            <a:ext cx="5486400" cy="2798064"/>
          </a:xfrm>
          <a:prstGeom prst="roundRect">
            <a:avLst>
              <a:gd name="adj" fmla="val 1634"/>
            </a:avLst>
          </a:prstGeom>
          <a:solidFill>
            <a:srgbClr val="F4F6F8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28816" y="374904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 다른 로트 재현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28816" y="4078224"/>
            <a:ext cx="504748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결과는 한 로트에서 나왔고 불량이 4개뿐이다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 것 — 5분 마지막 불량이 다시 20위권인가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 것 — 행 U자와 냉각량 상관이 다시 나오는가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 것 — L행 편중이 재현되는가. 재현되면 자리가 실제로 불량을 만든다는 뜻이고, 그러면 자리 보정이 오히려 불량을 가린다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3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73736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 문장으로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286000"/>
            <a:ext cx="10509199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2600" dirty="0">
                <a:solidFill>
                  <a:srgbClr val="CBDC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SDM 전류에는 </a:t>
            </a:r>
            <a:pPr indent="0" marL="0">
              <a:lnSpc>
                <a:spcPts val="46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식는 속도</a:t>
            </a:r>
            <a:pPr indent="0" marL="0">
              <a:lnSpc>
                <a:spcPts val="4600"/>
              </a:lnSpc>
              <a:buNone/>
            </a:pPr>
            <a:r>
              <a:rPr lang="en-US" sz="2600" dirty="0">
                <a:solidFill>
                  <a:srgbClr val="CBDC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섞여 있습니다.</a:t>
            </a:r>
            <a:endParaRPr lang="en-US" sz="2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2600" dirty="0">
                <a:solidFill>
                  <a:srgbClr val="CBDC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그것을 </a:t>
            </a:r>
            <a:endParaRPr lang="en-US" sz="2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자리로 빼고 기울기로 읽으면</a:t>
            </a:r>
            <a:pPr indent="0" marL="0">
              <a:lnSpc>
                <a:spcPts val="4600"/>
              </a:lnSpc>
              <a:buNone/>
            </a:pPr>
            <a:endParaRPr lang="en-US" sz="2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2600" dirty="0">
                <a:solidFill>
                  <a:srgbClr val="CBDC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5분에 1,294셀 중 </a:t>
            </a:r>
            <a:endParaRPr lang="en-US" sz="2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20위</a:t>
            </a:r>
            <a:pPr indent="0" marL="0">
              <a:lnSpc>
                <a:spcPts val="4600"/>
              </a:lnSpc>
              <a:buNone/>
            </a:pPr>
            <a:r>
              <a:rPr lang="en-US" sz="2600" dirty="0">
                <a:solidFill>
                  <a:srgbClr val="CBDC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안에 불량 4개가 전부 들어옵니다.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480560"/>
            <a:ext cx="1105783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3분은 안 됩니다 — 신호와 정밀도가 합쳐 3.1배 모자랍니다.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5047488"/>
            <a:ext cx="1105783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불량이 4개뿐이라 수율 수치는 방향 지표로만 읽어야 하고, 다른 로트 재현이 남아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백업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트레이별 상대평가로 자르면 양품이 덜 걸리는가 — 아니다</a:t>
            </a:r>
            <a:endParaRPr lang="en-US" sz="2700" dirty="0"/>
          </a:p>
        </p:txBody>
      </p:sp>
      <p:pic>
        <p:nvPicPr>
          <p:cNvPr id="4" name="Image 0" descr="/tmp/claude-0/-home-user-battery-hot-issue/840c3325-79ae-5d86-bfaa-b155630daf7e/scratchpad/deck/png/ru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682496"/>
            <a:ext cx="9235440" cy="300830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4882896"/>
            <a:ext cx="5486400" cy="1536192"/>
          </a:xfrm>
          <a:prstGeom prst="roundRect">
            <a:avLst>
              <a:gd name="adj" fmla="val 2976"/>
            </a:avLst>
          </a:prstGeom>
          <a:solidFill>
            <a:srgbClr val="F4F6F8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" y="502920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이유 ①  불량이 트레이에 고르지 않다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6384" y="5358384"/>
            <a:ext cx="50474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9트레이 중 4개에만 하나씩 있다. 불량 없는 5개 트레이에서 걸러지는 셀은 전부 양품이다.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4882896"/>
            <a:ext cx="5486400" cy="1536192"/>
          </a:xfrm>
          <a:prstGeom prst="roundRect">
            <a:avLst>
              <a:gd name="adj" fmla="val 2976"/>
            </a:avLst>
          </a:prstGeom>
          <a:solidFill>
            <a:srgbClr val="F4F6F8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28816" y="502920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이유 ②  자기 마스킹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28816" y="5358384"/>
            <a:ext cx="50474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불량이 자기 트레이의 산포를 키워 문턱을 밀어올린다. 138번은 자기 자신 때문에 z가 9.38에서 7.36으로 깎였다.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백업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4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해보고 안 된 것들</a:t>
            </a:r>
            <a:endParaRPr lang="en-US" sz="2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9344"/>
          <a:ext cx="11057839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622706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마지막 불량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기각 근거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곡선 모양 분해 (직선/곡률)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1,145~1,275위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온도가 곡률보다 직선 성분에 6~14배 강하게 붙는다 — 가설과 반대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주성분 분석으로 공통성분 제거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1,275위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 성분이 곧 신호의 크기라, 빼면 신호가 지워진다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적응형 측정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이득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20.3분을 써야 고정 5분과 같다. 전 셀 동일 공정 제약에도 위배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 모양 × 트레이별 크기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941위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A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원리적으로 가장 그럴듯했으나 실측에서 52배 졌다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480560"/>
            <a:ext cx="11057839" cy="1188720"/>
          </a:xfrm>
          <a:prstGeom prst="roundRect">
            <a:avLst>
              <a:gd name="adj" fmla="val 4615"/>
            </a:avLst>
          </a:prstGeom>
          <a:solidFill>
            <a:srgbClr val="EAF2FC"/>
          </a:solidFill>
          <a:ln w="15240">
            <a:solidFill>
              <a:srgbClr val="2A78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" y="4663440"/>
            <a:ext cx="103994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78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 방법은 원리로 고르면 안 된다.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96112" y="5084064"/>
            <a:ext cx="103994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그럴듯했던 방식이 실측에서 52배 졌다. 마지막 불량 순위로 골라야 한다.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SDM 5분 선별 가능성 검토</dc:title>
  <dc:subject>PptxGenJS Presentation</dc:subject>
  <dc:creator>SDM 분석</dc:creator>
  <cp:lastModifiedBy>SDM 분석</cp:lastModifiedBy>
  <cp:revision>1</cp:revision>
  <dcterms:created xsi:type="dcterms:W3CDTF">2026-09-17T00:24:46Z</dcterms:created>
  <dcterms:modified xsi:type="dcterms:W3CDTF">2026-09-17T00:24:46Z</dcterms:modified>
</cp:coreProperties>
</file>